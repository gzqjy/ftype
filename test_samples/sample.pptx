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1"/>
          <p:nvPr/>
        </p:nvSpPr>
        <p:spPr>
          <a:xfrm>
            <a:off x="1440000" y="2880000"/>
            <a:ext cx="7200000" cy="180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Hello PPTX! Valid Presentation generated by LibreOffice.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LibreOffice/26.2.6.3$Linux_X86_64 LibreOffice_project/620$Build-3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zh-CN</dc:language>
  <cp:lastModifiedBy/>
  <cp:revision>0</cp:revision>
  <dc:subject/>
  <dc:title/>
</cp:coreProperties>
</file>